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5" r:id="rId4"/>
    <p:sldId id="261" r:id="rId5"/>
    <p:sldId id="262" r:id="rId6"/>
    <p:sldId id="263" r:id="rId7"/>
    <p:sldId id="256" r:id="rId8"/>
    <p:sldId id="258" r:id="rId9"/>
    <p:sldId id="259" r:id="rId10"/>
    <p:sldId id="266" r:id="rId11"/>
    <p:sldId id="260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10.06.2020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1920" y="37896"/>
            <a:ext cx="5040560" cy="5466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 smtClean="0"/>
              <a:t> </a:t>
            </a: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Громко прозвенел звонок.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Начинается урок.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Слушайте, запоминайте,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Ни минуты не теряйте.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Постарайтесь всё понять,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Правила запоминать!</a:t>
            </a:r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6966"/>
            <a:ext cx="3707904" cy="433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33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311" y="1152128"/>
            <a:ext cx="2564904" cy="2564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9" y="3717032"/>
            <a:ext cx="3234510" cy="2720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931" y="2933710"/>
            <a:ext cx="3219179" cy="372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79409"/>
            <a:ext cx="4448702" cy="2780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946" y="393002"/>
            <a:ext cx="3473878" cy="2315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440" y="95250"/>
            <a:ext cx="2613670" cy="2613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083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980728"/>
            <a:ext cx="8568952" cy="376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Тема.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endParaRPr lang="ru-RU" sz="2400" b="1" dirty="0" smtClean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Безопасное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поведение в бытовых ситуациях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Форма урока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: работа в группах.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Методы урока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: исследовательский.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Цель: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 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 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 овладение системой теоретических знаний и умений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безопасного поведения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в бытовых ситуациях, необходимых для применения в практической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деятельности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,  защиты личного здоровья.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r>
              <a:rPr lang="ru-RU" dirty="0" smtClean="0"/>
              <a:t>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00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0"/>
            <a:ext cx="8118494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000" b="1" u="sng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Тест.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1. 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По какому телефону можно вызвать пожарную охрану?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А) 04 </a:t>
            </a:r>
            <a:endParaRPr lang="ru-RU" sz="2400" dirty="0" smtClean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Б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)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03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В) 01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2. 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Что самое опасное при пожаре?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А)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огонь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Б) дым </a:t>
            </a:r>
            <a:endParaRPr lang="ru-RU" sz="2400" dirty="0" smtClean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В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) плохая видимость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3. 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Что необходимо сделать прежде всего, если в доме неожиданно начался пожар, который ты не можешь потушить самостоятельно?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А) убежать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;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Б) закричать, позвать на помощь; </a:t>
            </a:r>
            <a:endParaRPr lang="ru-RU" sz="2400" dirty="0" smtClean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В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) вызвать пожарных по телефону 01.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0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311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1196752"/>
            <a:ext cx="7966092" cy="4305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4. 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Если в подъезде дым, что ты должен сделать? 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А) нужно выйти и посмотреть, где и что горит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Б) закрыть дверь и заткнуть щели мокрыми тряпками; </a:t>
            </a:r>
            <a:endParaRPr lang="ru-RU" sz="2400" dirty="0" smtClean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lvl="0">
              <a:lnSpc>
                <a:spcPct val="115000"/>
              </a:lnSpc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В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) не обращать внимания – ведь горит не в твоей квартире.</a:t>
            </a:r>
          </a:p>
          <a:p>
            <a:pPr lvl="0">
              <a:lnSpc>
                <a:spcPct val="115000"/>
              </a:lnSpc>
            </a:pPr>
            <a:endParaRPr lang="ru-RU" sz="2400" dirty="0" smtClean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lvl="0">
              <a:lnSpc>
                <a:spcPct val="115000"/>
              </a:lnSpc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5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. 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Как вести себя в задымленном помещении?</a:t>
            </a: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А) передвигаться на четвереньках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Б) забраться как можно выше; </a:t>
            </a:r>
            <a:endParaRPr lang="ru-RU" sz="2400" dirty="0" smtClean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lvl="0">
              <a:lnSpc>
                <a:spcPct val="115000"/>
              </a:lnSpc>
            </a:pPr>
            <a:endParaRPr lang="ru-RU" sz="24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lvl="0">
              <a:lnSpc>
                <a:spcPct val="115000"/>
              </a:lnSpc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Поменяйтесь с соседом листочками. Оценим товарища.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58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404664"/>
            <a:ext cx="6764737" cy="4992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dirty="0" smtClean="0"/>
              <a:t> </a:t>
            </a:r>
            <a:r>
              <a:rPr lang="ru-RU" dirty="0">
                <a:latin typeface="Times New Roman"/>
                <a:ea typeface="Calibri"/>
                <a:cs typeface="Times New Roman"/>
              </a:rPr>
              <a:t> 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Поменяйтесь с соседом листочками. </a:t>
            </a:r>
            <a:endParaRPr lang="ru-RU" sz="3200" dirty="0" smtClean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Оценим товарища!</a:t>
            </a:r>
            <a:endParaRPr lang="ru-RU" sz="32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Ключ к </a:t>
            </a: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тесту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1. В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2. Б 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3. В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4. Б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5. А</a:t>
            </a:r>
            <a:endParaRPr lang="ru-RU" sz="32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71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076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78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172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720" y="1196752"/>
            <a:ext cx="5764848" cy="3342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 smtClean="0"/>
              <a:t> 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Рефлексия (подведение итогов занятия)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2400" dirty="0" smtClean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i="1" dirty="0" smtClean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Допишите </a:t>
            </a:r>
            <a:r>
              <a:rPr lang="ru-RU" sz="2400" b="1" i="1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предложения</a:t>
            </a:r>
            <a:endParaRPr lang="ru-RU" sz="2400" b="1" i="1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На уроке я узнал(а)….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На уроке мне понравилось …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Было не понятно …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55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31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266</Words>
  <Application>Microsoft Office PowerPoint</Application>
  <PresentationFormat>Экран (4:3)</PresentationFormat>
  <Paragraphs>51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Кабинет 11</dc:creator>
  <cp:lastModifiedBy>Кабинет 11</cp:lastModifiedBy>
  <cp:revision>5</cp:revision>
  <dcterms:created xsi:type="dcterms:W3CDTF">2020-06-10T12:16:39Z</dcterms:created>
  <dcterms:modified xsi:type="dcterms:W3CDTF">2020-06-10T13:09:06Z</dcterms:modified>
</cp:coreProperties>
</file>